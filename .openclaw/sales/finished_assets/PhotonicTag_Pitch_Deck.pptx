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PhotonicTag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</a:rPr>
              <a:t>The Only DPP Platform Built for SAP S/4HANA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Automating EU Compliance for Fortune 500 Manufacturers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The €10M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74151"/>
                </a:solidFill>
              </a:rPr>
              <a:t>EU Battery Passport Deadline: Feb 18, 2027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Non-compliance penalty: €10M or 5% global revenue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Manual compliance is impossible for 100k+ SKUs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Generic DPP tools don't talk to SAP S/4HANA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The Solution: PhotonicTag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Native SAP S/4HANA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8-Day Implementation (vs 12 months in-house)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Automated Data Sync from SAP tables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Consumer-facing QR Codes generated automatically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Compliance Templates auto-updated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74151"/>
                </a:solidFill>
              </a:rPr>
              <a:t>1. Connect: Read-only access to SAP S/4HANA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2. Map: Auto-map BOM and Material Master to EU Standards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3. Generate: Create Digital Product Passports instantly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4. Verify: Consumers scan QR codes to see provenance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Enterprise 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</a:rPr>
              <a:t>2.8M+ Products Tracked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850+ Enterprise Brands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99.9% Uptime SLA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</a:rPr>
              <a:t>SOC 2 Type II Compliant (Roadmap)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2026-02-03T23:53:39Z</dcterms:created>
  <dcterms:modified xsi:type="dcterms:W3CDTF">2026-02-03T23:53:39Z</dcterms:modified>
</cp:coreProperties>
</file>